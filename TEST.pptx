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B33408-81FE-4C40-A227-1D8BF7DFB344}" v="3" dt="2024-07-03T06:10:48.2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46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roteya Stamenova" userId="b3474417-c87d-4d42-a509-68cdb754d184" providerId="ADAL" clId="{12B33408-81FE-4C40-A227-1D8BF7DFB344}"/>
    <pc:docChg chg="custSel addSld modSld">
      <pc:chgData name="Doroteya Stamenova" userId="b3474417-c87d-4d42-a509-68cdb754d184" providerId="ADAL" clId="{12B33408-81FE-4C40-A227-1D8BF7DFB344}" dt="2024-07-03T06:11:00.508" v="18" actId="478"/>
      <pc:docMkLst>
        <pc:docMk/>
      </pc:docMkLst>
      <pc:sldChg chg="addSp delSp modSp new mod">
        <pc:chgData name="Doroteya Stamenova" userId="b3474417-c87d-4d42-a509-68cdb754d184" providerId="ADAL" clId="{12B33408-81FE-4C40-A227-1D8BF7DFB344}" dt="2024-07-03T06:11:00.508" v="18" actId="478"/>
        <pc:sldMkLst>
          <pc:docMk/>
          <pc:sldMk cId="2749266845" sldId="256"/>
        </pc:sldMkLst>
        <pc:spChg chg="mod">
          <ac:chgData name="Doroteya Stamenova" userId="b3474417-c87d-4d42-a509-68cdb754d184" providerId="ADAL" clId="{12B33408-81FE-4C40-A227-1D8BF7DFB344}" dt="2024-07-03T06:10:24.190" v="12"/>
          <ac:spMkLst>
            <pc:docMk/>
            <pc:sldMk cId="2749266845" sldId="256"/>
            <ac:spMk id="2" creationId="{937CB7FE-982A-DBDB-8056-1AFF60AA584D}"/>
          </ac:spMkLst>
        </pc:spChg>
        <pc:spChg chg="del mod">
          <ac:chgData name="Doroteya Stamenova" userId="b3474417-c87d-4d42-a509-68cdb754d184" providerId="ADAL" clId="{12B33408-81FE-4C40-A227-1D8BF7DFB344}" dt="2024-07-03T06:11:00.508" v="18" actId="478"/>
          <ac:spMkLst>
            <pc:docMk/>
            <pc:sldMk cId="2749266845" sldId="256"/>
            <ac:spMk id="3" creationId="{28CCED0D-00DD-A9BD-204D-72616393EBDF}"/>
          </ac:spMkLst>
        </pc:spChg>
        <pc:picChg chg="add mod">
          <ac:chgData name="Doroteya Stamenova" userId="b3474417-c87d-4d42-a509-68cdb754d184" providerId="ADAL" clId="{12B33408-81FE-4C40-A227-1D8BF7DFB344}" dt="2024-07-03T06:10:55.015" v="17" actId="1076"/>
          <ac:picMkLst>
            <pc:docMk/>
            <pc:sldMk cId="2749266845" sldId="256"/>
            <ac:picMk id="5" creationId="{3032786E-F018-AB58-D650-F8616949D87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080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51056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921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2996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98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315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00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4063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5746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454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9465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9168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90605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5167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739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578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59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0085E94B-A53E-439C-88B2-52E36C70EAE9}" type="datetimeFigureOut">
              <a:rPr lang="en-GB" smtClean="0"/>
              <a:t>03/07/2024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64AE856-E27A-45D6-89AA-3A7FE326CA3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5617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B7FE-982A-DBDB-8056-1AFF60AA584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TEST SLIDE</a:t>
            </a:r>
          </a:p>
        </p:txBody>
      </p:sp>
      <p:pic>
        <p:nvPicPr>
          <p:cNvPr id="5" name="Picture 4" descr="A dog with big eyes and glasses&#10;&#10;Description automatically generated">
            <a:extLst>
              <a:ext uri="{FF2B5EF4-FFF2-40B4-BE49-F238E27FC236}">
                <a16:creationId xmlns:a16="http://schemas.microsoft.com/office/drawing/2014/main" id="{3032786E-F018-AB58-D650-F8616949D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062" y="3950529"/>
            <a:ext cx="3120930" cy="208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2668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Metadata/LabelInfo.xml><?xml version="1.0" encoding="utf-8"?>
<clbl:labelList xmlns:clbl="http://schemas.microsoft.com/office/2020/mipLabelMetadata">
  <clbl:label id="{14cb4ab4-62b8-45a2-a944-e225383ee1f9}" enabled="0" method="" siteId="{14cb4ab4-62b8-45a2-a944-e225383ee1f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Ion Boardroom</vt:lpstr>
      <vt:lpstr>TEST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Doroteya Stamenova</dc:creator>
  <cp:lastModifiedBy>Doroteya Stamenova</cp:lastModifiedBy>
  <cp:revision>1</cp:revision>
  <dcterms:created xsi:type="dcterms:W3CDTF">2024-07-03T06:10:03Z</dcterms:created>
  <dcterms:modified xsi:type="dcterms:W3CDTF">2024-07-03T06:11:01Z</dcterms:modified>
</cp:coreProperties>
</file>